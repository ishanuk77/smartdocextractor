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Document Processing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Azure AI + Azure OpenAI + Client Hosted API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User</a:t>
            </a:r>
          </a:p>
          <a:p>
            <a:r>
              <a:t>(Blazor WASM - Azure Hosted)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Azure Processing API</a:t>
            </a:r>
          </a:p>
          <a:p>
            <a:r>
              <a:t>(.NET 8 App Service)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Client Hosted API</a:t>
            </a:r>
          </a:p>
          <a:p>
            <a:r>
              <a:t>(Local Environment)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Processing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Document Upload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8288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Azure AI Document</a:t>
            </a:r>
          </a:p>
          <a:p>
            <a:r>
              <a:t>Intelligence (OCR)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Azure OpenAI / LLM</a:t>
            </a:r>
          </a:p>
          <a:p>
            <a:r>
              <a:t>Field Extraction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Validation</a:t>
            </a:r>
          </a:p>
          <a:p>
            <a:r>
              <a:t>+ User Review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28600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023360" y="228600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309360" y="228600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Browser Upload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371600"/>
            <a:ext cx="21031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Azure API</a:t>
            </a:r>
          </a:p>
          <a:p>
            <a:r>
              <a:t>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21031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Azure AI Services</a:t>
            </a:r>
          </a:p>
          <a:p>
            <a:r>
              <a:t>(OCR + LLM)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Client Local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1828800.0"/>
            <a:ext cx="36576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182880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468880" y="1828800.0"/>
            <a:ext cx="448056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1828800.0"/>
            <a:ext cx="2743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Azure Cloud</a:t>
            </a:r>
          </a:p>
          <a:p>
            <a:r>
              <a:t>- Static Web App</a:t>
            </a:r>
          </a:p>
          <a:p>
            <a:r>
              <a:t>- App Service</a:t>
            </a:r>
          </a:p>
          <a:p>
            <a:r>
              <a:t>- AI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Client Local Network</a:t>
            </a:r>
          </a:p>
          <a:p>
            <a:r>
              <a:t>- Hosted API</a:t>
            </a:r>
          </a:p>
          <a:p>
            <a:r>
              <a:t>- ERP Database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1920240.0"/>
            <a:ext cx="9144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HTTPS</a:t>
            </a:r>
          </a:p>
          <a:p>
            <a:r>
              <a:t>(User → Azure)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Managed Identity</a:t>
            </a:r>
          </a:p>
          <a:p>
            <a:r>
              <a:t>(Azure → AI Services)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8288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Secure Connection</a:t>
            </a:r>
          </a:p>
          <a:p>
            <a:r>
              <a:t>(Azure → Client API)</a:t>
            </a:r>
          </a:p>
          <a:p>
            <a:r>
              <a:t>VPN / OAuth2 / mTLS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28600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03520" y="228600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