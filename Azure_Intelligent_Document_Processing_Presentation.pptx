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Intelligent Document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OCR + Azure OpenAI + Secure Client ERP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Cloud-based intelligent document processing</a:t>
            </a:r>
          </a:p>
          <a:p>
            <a:pPr lvl="1"/>
            <a:r>
              <a:t>Azure AI Document Intelligence (OCR)</a:t>
            </a:r>
          </a:p>
          <a:p>
            <a:pPr lvl="1"/>
            <a:r>
              <a:t>Azure OpenAI for structured field extraction</a:t>
            </a:r>
          </a:p>
          <a:p>
            <a:pPr lvl="1"/>
            <a:r>
              <a:t>User validation before ERP submission</a:t>
            </a:r>
          </a:p>
          <a:p>
            <a:pPr lvl="1"/>
            <a:r>
              <a:t>Secure integration without exposing client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Upload 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Azure Processing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3. Azure 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4. Azure OpenAI /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5. Validation &amp;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6. Publish to Service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7592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7. Client Worker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79040" y="1828800"/>
            <a:ext cx="1828800" cy="914400"/>
          </a:xfrm>
          <a:prstGeom prst="roundRect">
            <a:avLst/>
          </a:prstGeom>
          <a:noFill/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8. Update ERP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Processing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Blazor WASM UI (Document Upload)</a:t>
            </a:r>
          </a:p>
          <a:p>
            <a:pPr lvl="1"/>
            <a:r>
              <a:t>Azure App Service (.NET 8 Processing API)</a:t>
            </a:r>
          </a:p>
          <a:p>
            <a:pPr lvl="1"/>
            <a:r>
              <a:t>Azure AI Document Intelligence (OCR)</a:t>
            </a:r>
          </a:p>
          <a:p>
            <a:pPr lvl="1"/>
            <a:r>
              <a:t>Azure OpenAI (Field Extraction Agent)</a:t>
            </a:r>
          </a:p>
          <a:p>
            <a:pPr lvl="1"/>
            <a:r>
              <a:t>Validation &amp; Business Rule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Integration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1: Client Pull Model (Scheduled)</a:t>
            </a:r>
          </a:p>
          <a:p>
            <a:pPr lvl="1"/>
            <a:r>
              <a:t>Option 2: Azure Service Bus (Recommended)</a:t>
            </a:r>
          </a:p>
          <a:p>
            <a:pPr lvl="1"/>
            <a:r>
              <a:t>Option 3: Hybrid Connection / VPN</a:t>
            </a:r>
          </a:p>
          <a:p>
            <a:pPr lvl="1"/>
            <a:r>
              <a:t>No public API exposure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Model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Validated data published to Azure Service Bus</a:t>
            </a:r>
          </a:p>
          <a:p>
            <a:pPr lvl="1"/>
            <a:r>
              <a:t>Client Worker Service subscribes</a:t>
            </a:r>
          </a:p>
          <a:p>
            <a:pPr lvl="1"/>
            <a:r>
              <a:t>Real-time message processing</a:t>
            </a:r>
          </a:p>
          <a:p>
            <a:pPr lvl="1"/>
            <a:r>
              <a:t>Retry &amp; Dead-letter handling</a:t>
            </a:r>
          </a:p>
          <a:p>
            <a:pPr lvl="1"/>
            <a:r>
              <a:t>ERP database updated securely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 for all communications</a:t>
            </a:r>
          </a:p>
          <a:p>
            <a:pPr lvl="1"/>
            <a:r>
              <a:t>Azure Managed Identity for AI services</a:t>
            </a:r>
          </a:p>
          <a:p>
            <a:pPr lvl="1"/>
            <a:r>
              <a:t>Service Bus secure AMQP channel</a:t>
            </a:r>
          </a:p>
          <a:p>
            <a:pPr lvl="1"/>
            <a:r>
              <a:t>No inbound firewall opening required</a:t>
            </a:r>
          </a:p>
          <a:p>
            <a:pPr lvl="1"/>
            <a:r>
              <a:t>Enterprise-grade logging &amp;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document processing</a:t>
            </a:r>
          </a:p>
          <a:p>
            <a:pPr lvl="1"/>
            <a:r>
              <a:t>Reduced manual data entry</a:t>
            </a:r>
          </a:p>
          <a:p>
            <a:pPr lvl="1"/>
            <a:r>
              <a:t>Secure integration</a:t>
            </a:r>
          </a:p>
          <a:p>
            <a:pPr lvl="1"/>
            <a:r>
              <a:t>Scalable &amp; reliable architecture</a:t>
            </a:r>
          </a:p>
          <a:p>
            <a:pPr lvl="1"/>
            <a:r>
              <a:t>Enterprise-ready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